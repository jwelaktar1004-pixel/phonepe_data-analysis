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PhonePe Data Analysis – 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Users, Transactions, Services</a:t>
            </a:r>
          </a:p>
          <a:p>
            <a:r>
              <a:t>Data Cleaning &amp; Transformation (Power Query)</a:t>
            </a:r>
          </a:p>
          <a:p>
            <a:r>
              <a:t>Data Modeling (Relationships, Measures)</a:t>
            </a:r>
          </a:p>
          <a:p>
            <a:r>
              <a:t>Analysis Layer (Service, Failure, Trend Analysis)</a:t>
            </a:r>
          </a:p>
          <a:p>
            <a:r>
              <a:t>Visualization Layer (Power BI Dashboards)</a:t>
            </a:r>
          </a:p>
          <a:p>
            <a:r>
              <a:t>Business Insights &amp;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Business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Objective</a:t>
            </a:r>
          </a:p>
          <a:p>
            <a:r>
              <a:t>Data Collection</a:t>
            </a:r>
          </a:p>
          <a:p>
            <a:r>
              <a:t>Data Cleaning</a:t>
            </a:r>
          </a:p>
          <a:p>
            <a:r>
              <a:t>Data Analysis</a:t>
            </a:r>
          </a:p>
          <a:p>
            <a:r>
              <a:t>Insights Generation</a:t>
            </a:r>
          </a:p>
          <a:p>
            <a:r>
              <a:t>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Stakeholder Request</a:t>
            </a:r>
          </a:p>
          <a:p>
            <a:r>
              <a:t>Understand Business Goals</a:t>
            </a:r>
          </a:p>
          <a:p>
            <a:r>
              <a:t>Identify Business Problems</a:t>
            </a:r>
          </a:p>
          <a:p>
            <a:r>
              <a:t>Define Scope</a:t>
            </a:r>
          </a:p>
          <a:p>
            <a:r>
              <a:t>Create BRD</a:t>
            </a:r>
          </a:p>
          <a:p>
            <a:r>
              <a:t>Stakeholder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BRD</a:t>
            </a:r>
          </a:p>
          <a:p>
            <a:r>
              <a:t>Define Functional Requirements</a:t>
            </a:r>
          </a:p>
          <a:p>
            <a:r>
              <a:t>Service-wise Analysis</a:t>
            </a:r>
          </a:p>
          <a:p>
            <a:r>
              <a:t>Transaction Failure Tracking</a:t>
            </a:r>
          </a:p>
          <a:p>
            <a:r>
              <a:t>Dashboard Creation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</a:t>
            </a:r>
          </a:p>
          <a:p>
            <a:r>
              <a:t>ETL Process</a:t>
            </a:r>
          </a:p>
          <a:p>
            <a:r>
              <a:t>Data Model</a:t>
            </a:r>
          </a:p>
          <a:p>
            <a:r>
              <a:t>Business Logic</a:t>
            </a:r>
          </a:p>
          <a:p>
            <a:r>
              <a:t>Power BI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Insights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Objective</a:t>
            </a:r>
          </a:p>
          <a:p>
            <a:r>
              <a:t>Define Research Questions</a:t>
            </a:r>
          </a:p>
          <a:p>
            <a:r>
              <a:t>Explore Data</a:t>
            </a:r>
          </a:p>
          <a:p>
            <a:r>
              <a:t>Identify Patterns</a:t>
            </a:r>
          </a:p>
          <a:p>
            <a:r>
              <a:t>Validate Findings</a:t>
            </a:r>
          </a:p>
          <a:p>
            <a:r>
              <a:t>Final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Meeting Conducted</a:t>
            </a:r>
          </a:p>
          <a:p>
            <a:r>
              <a:t>Key Findings Discussed</a:t>
            </a:r>
          </a:p>
          <a:p>
            <a:r>
              <a:t>Decisions Taken</a:t>
            </a:r>
          </a:p>
          <a:p>
            <a:r>
              <a:t>Action Items Assigned</a:t>
            </a:r>
          </a:p>
          <a:p>
            <a:r>
              <a:t>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